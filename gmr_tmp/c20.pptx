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10" name="rc10"/>
          <p:cNvSpPr/>
          <p:nvPr/>
        </p:nvSpPr>
        <p:spPr>
          <a:xfrm>
            <a:off x="3430666.6666666665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x11"/>
          <p:cNvSpPr txBox="1"/>
          <p:nvPr/>
        </p:nvSpPr>
        <p:spPr>
          <a:xfrm>
            <a:off x="3580666.6666666665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② 角位移</a:t>
            </a:r>
          </a:p>
        </p:txBody>
      </p:sp>
      <p:sp>
        <p:nvSpPr>
          <p:cNvPr id="12" name="tx12"/>
          <p:cNvSpPr txBox="1"/>
          <p:nvPr/>
        </p:nvSpPr>
        <p:spPr>
          <a:xfrm>
            <a:off x="3550666.6666666665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T = 24° → 15 齿</a:t>
            </a:r>
          </a:p>
        </p:txBody>
      </p:sp>
      <p:sp>
        <p:nvSpPr>
          <p:cNvPr id="13" name="rc13"/>
          <p:cNvSpPr/>
          <p:nvPr/>
        </p:nvSpPr>
        <p:spPr>
          <a:xfrm>
            <a:off x="6261333.333333333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x14"/>
          <p:cNvSpPr txBox="1"/>
          <p:nvPr/>
        </p:nvSpPr>
        <p:spPr>
          <a:xfrm>
            <a:off x="6411333.333333333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③ 磁记录</a:t>
            </a:r>
          </a:p>
        </p:txBody>
      </p:sp>
      <p:sp>
        <p:nvSpPr>
          <p:cNvPr id="15" name="tx15"/>
          <p:cNvSpPr txBox="1"/>
          <p:nvPr/>
        </p:nvSpPr>
        <p:spPr>
          <a:xfrm>
            <a:off x="6381333.333333333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8 位全对</a:t>
            </a:r>
          </a:p>
        </p:txBody>
      </p:sp>
      <p:sp>
        <p:nvSpPr>
          <p:cNvPr id="16" name="rc16"/>
          <p:cNvSpPr/>
          <p:nvPr/>
        </p:nvSpPr>
        <p:spPr>
          <a:xfrm>
            <a:off x="9092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x17"/>
          <p:cNvSpPr txBox="1"/>
          <p:nvPr/>
        </p:nvSpPr>
        <p:spPr>
          <a:xfrm>
            <a:off x="9242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④ 拓展（三选二）</a:t>
            </a:r>
          </a:p>
        </p:txBody>
      </p:sp>
      <p:sp>
        <p:nvSpPr>
          <p:cNvPr id="18" name="tx18"/>
          <p:cNvSpPr txBox="1"/>
          <p:nvPr/>
        </p:nvSpPr>
        <p:spPr>
          <a:xfrm>
            <a:off x="9212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 + 开关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600000" y="450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姓名：              学号：              同组人：</a:t>
            </a:r>
          </a:p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实验日期：2026 年    月    日          指导教师：</a:t>
            </a:r>
          </a:p>
        </p:txBody>
      </p:sp>
      <p:sp>
        <p:nvSpPr>
          <p:cNvPr id="20" name="tx20"/>
          <p:cNvSpPr txBox="1"/>
          <p:nvPr/>
        </p:nvSpPr>
        <p:spPr>
          <a:xfrm>
            <a:off x="600000" y="585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汇报时长 2 分钟 · 共 7 页 · 成员互评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