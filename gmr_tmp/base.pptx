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Relationship Id="rId10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5.png"/><Relationship Id="rId3" Type="http://schemas.openxmlformats.org/officeDocument/2006/relationships/image" Target="../media/fig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" name="tx8"/>
          <p:cNvSpPr txBox="1"/>
          <p:nvPr/>
        </p:nvSpPr>
        <p:spPr>
          <a:xfrm>
            <a:off x="750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① 磁阻特性</a:t>
            </a:r>
          </a:p>
        </p:txBody>
      </p:sp>
      <p:sp>
        <p:nvSpPr>
          <p:cNvPr id="9" name="tx9"/>
          <p:cNvSpPr txBox="1"/>
          <p:nvPr/>
        </p:nvSpPr>
        <p:spPr>
          <a:xfrm>
            <a:off x="720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</a:t>
            </a:r>
            <a:r>
              <a:rPr lang="zh-CN" altLang="en-US" sz="130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= 13.93 %</a:t>
            </a:r>
          </a:p>
        </p:txBody>
      </p:sp>
      <p:sp>
        <p:nvSpPr>
          <p:cNvPr id="10" name="rc10"/>
          <p:cNvSpPr/>
          <p:nvPr/>
        </p:nvSpPr>
        <p:spPr>
          <a:xfrm>
            <a:off x="3430667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x11"/>
          <p:cNvSpPr txBox="1"/>
          <p:nvPr/>
        </p:nvSpPr>
        <p:spPr>
          <a:xfrm>
            <a:off x="3580667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② 角位移</a:t>
            </a:r>
          </a:p>
        </p:txBody>
      </p:sp>
      <p:sp>
        <p:nvSpPr>
          <p:cNvPr id="12" name="tx12"/>
          <p:cNvSpPr txBox="1"/>
          <p:nvPr/>
        </p:nvSpPr>
        <p:spPr>
          <a:xfrm>
            <a:off x="3550667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T = 24° → 15 齿</a:t>
            </a:r>
          </a:p>
        </p:txBody>
      </p:sp>
      <p:sp>
        <p:nvSpPr>
          <p:cNvPr id="13" name="rc13"/>
          <p:cNvSpPr/>
          <p:nvPr/>
        </p:nvSpPr>
        <p:spPr>
          <a:xfrm>
            <a:off x="6261333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tx14"/>
          <p:cNvSpPr txBox="1"/>
          <p:nvPr/>
        </p:nvSpPr>
        <p:spPr>
          <a:xfrm>
            <a:off x="6411333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③ 磁记录</a:t>
            </a:r>
          </a:p>
        </p:txBody>
      </p:sp>
      <p:sp>
        <p:nvSpPr>
          <p:cNvPr id="15" name="tx15"/>
          <p:cNvSpPr txBox="1"/>
          <p:nvPr/>
        </p:nvSpPr>
        <p:spPr>
          <a:xfrm>
            <a:off x="6381333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8 位全对</a:t>
            </a:r>
          </a:p>
        </p:txBody>
      </p:sp>
      <p:sp>
        <p:nvSpPr>
          <p:cNvPr id="16" name="rc16"/>
          <p:cNvSpPr/>
          <p:nvPr/>
        </p:nvSpPr>
        <p:spPr>
          <a:xfrm>
            <a:off x="9092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tx17"/>
          <p:cNvSpPr txBox="1"/>
          <p:nvPr/>
        </p:nvSpPr>
        <p:spPr>
          <a:xfrm>
            <a:off x="9242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④ 拓展（三选二）</a:t>
            </a:r>
          </a:p>
        </p:txBody>
      </p:sp>
      <p:sp>
        <p:nvSpPr>
          <p:cNvPr id="18" name="tx18"/>
          <p:cNvSpPr txBox="1"/>
          <p:nvPr/>
        </p:nvSpPr>
        <p:spPr>
          <a:xfrm>
            <a:off x="9212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测电流 + 开关</a:t>
            </a:r>
          </a:p>
        </p:txBody>
      </p:sp>
      <p:sp>
        <p:nvSpPr>
          <p:cNvPr id="19" name="tx19"/>
          <p:cNvSpPr txBox="1"/>
          <p:nvPr/>
        </p:nvSpPr>
        <p:spPr>
          <a:xfrm>
            <a:off x="600000" y="450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姓名：              学号：              同组人：</a:t>
            </a:r>
          </a:p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实验日期：2026 年    月    日          指导教师：</a:t>
            </a:r>
          </a:p>
        </p:txBody>
      </p:sp>
      <p:sp>
        <p:nvSpPr>
          <p:cNvPr id="20" name="tx20"/>
          <p:cNvSpPr txBox="1"/>
          <p:nvPr/>
        </p:nvSpPr>
        <p:spPr>
          <a:xfrm>
            <a:off x="600000" y="585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汇报时长 2 分钟 · 共 7 页 · 成员互评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c21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tx22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原理：自旋相关散射 → 电阻随磁化取向改变</a:t>
            </a:r>
          </a:p>
        </p:txBody>
      </p:sp>
      <p:sp>
        <p:nvSpPr>
          <p:cNvPr id="23" name="tx23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2 / 7</a:t>
            </a:r>
          </a:p>
        </p:txBody>
      </p:sp>
      <p:sp>
        <p:nvSpPr>
          <p:cNvPr id="24" name="rc24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x25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把“磁化相对取向”转成“电阻变化”，因此既能测弱磁场，也能测位置与电流。</a:t>
            </a:r>
          </a:p>
        </p:txBody>
      </p:sp>
      <p:sp>
        <p:nvSpPr>
          <p:cNvPr id="26" name="tx26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机理</a:t>
            </a:r>
          </a:p>
        </p:txBody>
      </p:sp>
      <p:sp>
        <p:nvSpPr>
          <p:cNvPr id="27" name="tx27"/>
          <p:cNvSpPr txBox="1"/>
          <p:nvPr/>
        </p:nvSpPr>
        <p:spPr>
          <a:xfrm>
            <a:off x="600000" y="2240000"/>
            <a:ext cx="529600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1988 年 Baibich 在 Fe/Cr 多层膜中发现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铁磁层中 3d 电子被自旋极化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∥ 磁化 → 散射弱、自由程长（低阻通道）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⊥ 磁化 → 散射强（高阻通道）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磁化平行＝低阻，反平行＝高阻；外场驱动转向</a:t>
            </a:r>
          </a:p>
          <a:p>
            <a:pPr marL="0" indent="0"/>
            <a:r>
              <a:rPr lang="zh-CN" altLang="en-US" sz="14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对比：AMR 仅 2~5 %，GMR 达百分之几十</a:t>
            </a:r>
          </a:p>
        </p:txBody>
      </p:sp>
      <p:sp>
        <p:nvSpPr>
          <p:cNvPr id="28" name="rc28"/>
          <p:cNvSpPr/>
          <p:nvPr/>
        </p:nvSpPr>
        <p:spPr>
          <a:xfrm>
            <a:off x="600000" y="4910000"/>
            <a:ext cx="5296000" cy="6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tx29"/>
          <p:cNvSpPr txBox="1"/>
          <p:nvPr/>
        </p:nvSpPr>
        <p:spPr>
          <a:xfrm>
            <a:off x="800000" y="5080000"/>
            <a:ext cx="4896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b="1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ΔR/R</a:t>
            </a:r>
            <a:r>
              <a:rPr lang="zh-CN" altLang="en-US" sz="1500" b="1" baseline="-25000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zh-CN" altLang="en-US" sz="1500" b="1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 = [R(B) − R(0)] / R(0) × 100 %</a:t>
            </a:r>
          </a:p>
        </p:txBody>
      </p:sp>
      <p:sp>
        <p:nvSpPr>
          <p:cNvPr id="30" name="tx30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应用方式与本次任务对应</a:t>
            </a:r>
          </a:p>
        </p:txBody>
      </p:sp>
      <p:sp>
        <p:nvSpPr>
          <p:cNvPr id="31" name="rc31"/>
          <p:cNvSpPr/>
          <p:nvPr/>
        </p:nvSpPr>
        <p:spPr>
          <a:xfrm>
            <a:off x="6296000" y="22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2" name="rc32"/>
          <p:cNvSpPr/>
          <p:nvPr/>
        </p:nvSpPr>
        <p:spPr>
          <a:xfrm>
            <a:off x="6296000" y="2240000"/>
            <a:ext cx="70000" cy="7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tx33"/>
          <p:cNvSpPr txBox="1"/>
          <p:nvPr/>
        </p:nvSpPr>
        <p:spPr>
          <a:xfrm>
            <a:off x="6496000" y="23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梯度（差分）模式</a:t>
            </a:r>
          </a:p>
        </p:txBody>
      </p:sp>
      <p:sp>
        <p:nvSpPr>
          <p:cNvPr id="34" name="tx34"/>
          <p:cNvSpPr txBox="1"/>
          <p:nvPr/>
        </p:nvSpPr>
        <p:spPr>
          <a:xfrm>
            <a:off x="6496000" y="26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两元件电阻反向变化，抑制均匀杂散场   →   任务② 齿轮角位移</a:t>
            </a:r>
          </a:p>
        </p:txBody>
      </p:sp>
      <p:sp>
        <p:nvSpPr>
          <p:cNvPr id="35" name="rc35"/>
          <p:cNvSpPr/>
          <p:nvPr/>
        </p:nvSpPr>
        <p:spPr>
          <a:xfrm>
            <a:off x="6296000" y="30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6" name="rc36"/>
          <p:cNvSpPr/>
          <p:nvPr/>
        </p:nvSpPr>
        <p:spPr>
          <a:xfrm>
            <a:off x="6296000" y="3040000"/>
            <a:ext cx="70000" cy="700000"/>
          </a:xfrm>
          <a:prstGeom prst="rect">
            <a:avLst/>
          </a:prstGeom>
          <a:solidFill>
            <a:srgbClr val="7B4EA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" name="tx37"/>
          <p:cNvSpPr txBox="1"/>
          <p:nvPr/>
        </p:nvSpPr>
        <p:spPr>
          <a:xfrm>
            <a:off x="6496000" y="31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开关模式</a:t>
            </a:r>
          </a:p>
        </p:txBody>
      </p:sp>
      <p:sp>
        <p:nvSpPr>
          <p:cNvPr id="38" name="tx38"/>
          <p:cNvSpPr txBox="1"/>
          <p:nvPr/>
        </p:nvSpPr>
        <p:spPr>
          <a:xfrm>
            <a:off x="6496000" y="34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内置迟滞，输出仅高/低电平，抗抖动   →   拓展② 磁电转换特性</a:t>
            </a:r>
          </a:p>
        </p:txBody>
      </p:sp>
      <p:sp>
        <p:nvSpPr>
          <p:cNvPr id="39" name="rc39"/>
          <p:cNvSpPr/>
          <p:nvPr/>
        </p:nvSpPr>
        <p:spPr>
          <a:xfrm>
            <a:off x="6296000" y="38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0" name="rc40"/>
          <p:cNvSpPr/>
          <p:nvPr/>
        </p:nvSpPr>
        <p:spPr>
          <a:xfrm>
            <a:off x="6296000" y="3840000"/>
            <a:ext cx="70000" cy="70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tx41"/>
          <p:cNvSpPr txBox="1"/>
          <p:nvPr/>
        </p:nvSpPr>
        <p:spPr>
          <a:xfrm>
            <a:off x="6496000" y="39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磁记录与读出</a:t>
            </a:r>
          </a:p>
        </p:txBody>
      </p:sp>
      <p:sp>
        <p:nvSpPr>
          <p:cNvPr id="42" name="tx42"/>
          <p:cNvSpPr txBox="1"/>
          <p:nvPr/>
        </p:nvSpPr>
        <p:spPr>
          <a:xfrm>
            <a:off x="6496000" y="42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读头感应磁卡局部杂散场 → 电平   →   任务③ 8 位写入读出</a:t>
            </a:r>
          </a:p>
        </p:txBody>
      </p:sp>
      <p:sp>
        <p:nvSpPr>
          <p:cNvPr id="43" name="rc43"/>
          <p:cNvSpPr/>
          <p:nvPr/>
        </p:nvSpPr>
        <p:spPr>
          <a:xfrm>
            <a:off x="6296000" y="46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4" name="rc44"/>
          <p:cNvSpPr/>
          <p:nvPr/>
        </p:nvSpPr>
        <p:spPr>
          <a:xfrm>
            <a:off x="6296000" y="4640000"/>
            <a:ext cx="70000" cy="70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5" name="tx45"/>
          <p:cNvSpPr txBox="1"/>
          <p:nvPr/>
        </p:nvSpPr>
        <p:spPr>
          <a:xfrm>
            <a:off x="6496000" y="47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模拟线性输出</a:t>
            </a:r>
          </a:p>
        </p:txBody>
      </p:sp>
      <p:sp>
        <p:nvSpPr>
          <p:cNvPr id="46" name="tx46"/>
          <p:cNvSpPr txBox="1"/>
          <p:nvPr/>
        </p:nvSpPr>
        <p:spPr>
          <a:xfrm>
            <a:off x="6496000" y="50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偏置磁场决定灵敏度与线性度   →   拓展① 测量电流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c47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8" name="tx48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任务① GMR 磁阻特性：13.93 % 饱和，31 mA 半饱和</a:t>
            </a:r>
          </a:p>
        </p:txBody>
      </p:sp>
      <p:sp>
        <p:nvSpPr>
          <p:cNvPr id="49" name="tx49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3 / 7</a:t>
            </a:r>
          </a:p>
        </p:txBody>
      </p:sp>
      <p:sp>
        <p:nvSpPr>
          <p:cNvPr id="50" name="rc50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1" name="tx51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曲线低场陡峭、70 mA 后斜率降约 35 倍进入饱和，灵敏区集中在低场陡峭段。</a:t>
            </a:r>
          </a:p>
        </p:txBody>
      </p:sp>
      <p:pic>
        <p:nvPicPr>
          <p:cNvPr id="52" name="pg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53" name="rc53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4" name="tx54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ΔR/R</a:t>
            </a:r>
            <a:r>
              <a:rPr lang="zh-CN" altLang="en-US" sz="2100" b="1" baseline="-2500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 = 13.93 %</a:t>
            </a:r>
          </a:p>
        </p:txBody>
      </p:sp>
      <p:sp>
        <p:nvSpPr>
          <p:cNvPr id="55" name="tx55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最大相对磁阻变化率（+100 mA）</a:t>
            </a:r>
          </a:p>
        </p:txBody>
      </p:sp>
      <p:sp>
        <p:nvSpPr>
          <p:cNvPr id="56" name="rc56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7" name="tx57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I½ ≈ 31.4 mA</a:t>
            </a:r>
          </a:p>
        </p:txBody>
      </p:sp>
      <p:sp>
        <p:nvSpPr>
          <p:cNvPr id="58" name="tx58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半饱和励磁电流</a:t>
            </a:r>
          </a:p>
        </p:txBody>
      </p:sp>
      <p:sp>
        <p:nvSpPr>
          <p:cNvPr id="59" name="rc59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60" name="tx60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1.44 % FS</a:t>
            </a:r>
          </a:p>
        </p:txBody>
      </p:sp>
      <p:sp>
        <p:nvSpPr>
          <p:cNvPr id="61" name="tx61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下降/上升段最大偏差（@50 mA）</a:t>
            </a:r>
          </a:p>
        </p:txBody>
      </p:sp>
      <p:sp>
        <p:nvSpPr>
          <p:cNvPr id="62" name="tx62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数据处理：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表中 B、U、R 三列未填，仅 E 列有值；该读数随 |I| 单调增大，与 R 同向，故按 ΔX/X</a:t>
            </a:r>
            <a:r>
              <a:rPr lang="zh-CN" altLang="en-US" sz="11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归一化求 ΔR/R</a:t>
            </a:r>
            <a:r>
              <a:rPr lang="zh-CN" altLang="en-US" sz="11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，横标用 I 而非 mT。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c63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4" name="tx64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任务② 齿轮角位移：周期 24° ⇒ 15 齿</a:t>
            </a:r>
          </a:p>
        </p:txBody>
      </p:sp>
      <p:sp>
        <p:nvSpPr>
          <p:cNvPr id="65" name="tx65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4 / 7</a:t>
            </a:r>
          </a:p>
        </p:txBody>
      </p:sp>
      <p:sp>
        <p:nvSpPr>
          <p:cNvPr id="66" name="rc66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7" name="tx67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周期由四个极值位置定出，不依赖拟合；剔掉 2 个坏点后 R² = 0.977。</a:t>
            </a:r>
          </a:p>
        </p:txBody>
      </p:sp>
      <p:pic>
        <p:nvPicPr>
          <p:cNvPr id="68" name="pg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69" name="rc69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0" name="tx70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T = 24° → N = 15</a:t>
            </a:r>
          </a:p>
        </p:txBody>
      </p:sp>
      <p:sp>
        <p:nvSpPr>
          <p:cNvPr id="71" name="tx71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极值 6/18/30/42°，间隔恒 12°</a:t>
            </a:r>
          </a:p>
        </p:txBody>
      </p:sp>
      <p:sp>
        <p:nvSpPr>
          <p:cNvPr id="72" name="rc72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3" name="tx73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15.22 mV/°</a:t>
            </a:r>
          </a:p>
        </p:txBody>
      </p:sp>
      <p:sp>
        <p:nvSpPr>
          <p:cNvPr id="74" name="tx74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过零灵敏度，线性区 ±2.58°</a:t>
            </a:r>
          </a:p>
        </p:txBody>
      </p:sp>
      <p:sp>
        <p:nvSpPr>
          <p:cNvPr id="75" name="rc75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6" name="tx76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0.40°</a:t>
            </a:r>
          </a:p>
        </p:txBody>
      </p:sp>
      <p:sp>
        <p:nvSpPr>
          <p:cNvPr id="77" name="tx77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实际角分辨率（受残差限制）</a:t>
            </a:r>
          </a:p>
        </p:txBody>
      </p:sp>
      <p:sp>
        <p:nvSpPr>
          <p:cNvPr id="78" name="tx78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两个坏点：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θ = 27°、45° 实测均≈0，模型预测 +39.1 / −43.1 mV；实测值恰落在模型过零差 3° 处 → 判为齿数计数错位，而非传感器异常。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c79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0" name="tx80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任务③ 磁记录与读出：8 位全对</a:t>
            </a:r>
          </a:p>
        </p:txBody>
      </p:sp>
      <p:sp>
        <p:nvSpPr>
          <p:cNvPr id="81" name="tx81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5 / 7</a:t>
            </a:r>
          </a:p>
        </p:txBody>
      </p:sp>
      <p:sp>
        <p:nvSpPr>
          <p:cNvPr id="82" name="rc82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3" name="tx83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写入 00110011（= 0x33 = 51），译码结果与写入逐位一致，误码 0/8。</a:t>
            </a:r>
          </a:p>
        </p:txBody>
      </p:sp>
      <p:pic>
        <p:nvPicPr>
          <p:cNvPr id="84" name="pg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5" name="rc85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6" name="tx86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V_th = 0.965 V</a:t>
            </a:r>
          </a:p>
        </p:txBody>
      </p:sp>
      <p:sp>
        <p:nvSpPr>
          <p:cNvPr id="87" name="tx87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判决阈值（高低组中点）</a:t>
            </a:r>
          </a:p>
        </p:txBody>
      </p:sp>
      <p:sp>
        <p:nvSpPr>
          <p:cNvPr id="88" name="rc88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9" name="tx89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±0.96 V</a:t>
            </a:r>
          </a:p>
        </p:txBody>
      </p:sp>
      <p:sp>
        <p:nvSpPr>
          <p:cNvPr id="90" name="tx90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两侧噪声容限，各约 50 % 电平差</a:t>
            </a:r>
          </a:p>
        </p:txBody>
      </p:sp>
      <p:sp>
        <p:nvSpPr>
          <p:cNvPr id="91" name="rc91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2" name="tx92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1.925 V</a:t>
            </a:r>
          </a:p>
        </p:txBody>
      </p:sp>
      <p:sp>
        <p:nvSpPr>
          <p:cNvPr id="93" name="tx93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高 1.928 V / 低 0.003 V 电平差</a:t>
            </a:r>
          </a:p>
        </p:txBody>
      </p:sp>
      <p:sp>
        <p:nvSpPr>
          <p:cNvPr id="94" name="tx94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数据边界：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高电平 1.928 V 已接近输出级上限，可能饱和钳位；0/8 误码按三法则只能给 p</a:t>
            </a:r>
            <a:r>
              <a:rPr lang="zh-CN" altLang="en-US" sz="11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9</a:t>
            </a:r>
            <a:r>
              <a:rPr lang="zh-CN" altLang="en-US" sz="11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5</a:t>
            </a:r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≈ 37.5 % 上限，样本太少。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c95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6" name="tx96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拓展（三选二）：测电流 · 开关特性</a:t>
            </a:r>
          </a:p>
        </p:txBody>
      </p:sp>
      <p:sp>
        <p:nvSpPr>
          <p:cNvPr id="97" name="tx97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6 / 7</a:t>
            </a:r>
          </a:p>
        </p:txBody>
      </p:sp>
      <p:sp>
        <p:nvSpPr>
          <p:cNvPr id="98" name="rc98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9" name="tx99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偏置磁场用 18 % 的灵敏度换取约 1 个百分点的线性度；开关回差 2.75 mA 提供抗抖动死区。</a:t>
            </a:r>
          </a:p>
        </p:txBody>
      </p:sp>
      <p:pic>
        <p:nvPicPr>
          <p:cNvPr id="100" name="pg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5300000" cy="343105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101" name="pg1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000" y="1710000"/>
            <a:ext cx="5300000" cy="343105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102" name="tx102"/>
          <p:cNvSpPr txBox="1"/>
          <p:nvPr/>
        </p:nvSpPr>
        <p:spPr>
          <a:xfrm>
            <a:off x="600000" y="5341053"/>
            <a:ext cx="5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拓展① 模拟传感器测电流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S：15.46 → 18.25 µV/mA（+18.0 %）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非线性度：2.00 → 3.12 % FS，R² &gt; 0.997</a:t>
            </a:r>
          </a:p>
          <a:p>
            <a:pPr marL="0" indent="0"/>
            <a:r>
              <a:rPr lang="zh-CN" altLang="en-US" sz="11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注：适当偏置校准未到位，实测零点 129.36 mV（目标 150）</a:t>
            </a:r>
          </a:p>
        </p:txBody>
      </p:sp>
      <p:sp>
        <p:nvSpPr>
          <p:cNvPr id="103" name="tx103"/>
          <p:cNvSpPr txBox="1"/>
          <p:nvPr/>
        </p:nvSpPr>
        <p:spPr>
          <a:xfrm>
            <a:off x="6292000" y="5341053"/>
            <a:ext cx="5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拓展② 开关传感器磁电转换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动作 ±18.8 mA，释放 ±16.05 mA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回差：正 3.70 / 负 1.80 / 平均 2.75 mA</a:t>
            </a:r>
          </a:p>
          <a:p>
            <a:pPr marL="0" indent="0"/>
            <a:r>
              <a:rPr lang="zh-CN" altLang="en-US" sz="11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注：逐格步长 10 mA → 阈值不确定度 ±5 mA，两侧回差之差（1.90 mA）不作物理结论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c104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5" name="tx105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误差主线与结论</a:t>
            </a:r>
          </a:p>
        </p:txBody>
      </p:sp>
      <p:sp>
        <p:nvSpPr>
          <p:cNvPr id="106" name="tx106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7 / 7</a:t>
            </a:r>
          </a:p>
        </p:txBody>
      </p:sp>
      <p:sp>
        <p:nvSpPr>
          <p:cNvPr id="107" name="rc107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8" name="tx108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定性结论与参量测定都成立；涉及绝对磁场与回差细微不对称的量，本次数据不支持下定量结论。</a:t>
            </a:r>
          </a:p>
        </p:txBody>
      </p:sp>
      <p:sp>
        <p:nvSpPr>
          <p:cNvPr id="109" name="tx109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三条误差主线</a:t>
            </a:r>
          </a:p>
        </p:txBody>
      </p:sp>
      <p:sp>
        <p:nvSpPr>
          <p:cNvPr id="110" name="tx110"/>
          <p:cNvSpPr txBox="1"/>
          <p:nvPr/>
        </p:nvSpPr>
        <p:spPr>
          <a:xfrm>
            <a:off x="600000" y="2240000"/>
            <a:ext cx="5296000" cy="3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1  磁场标定缺失（最主要）</a:t>
            </a:r>
          </a:p>
          <a:p>
            <a:pPr marL="0" indent="0"/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   B、U、R 三列未填 → 只能以 I 为磁标度，ΔR/R</a:t>
            </a:r>
            <a:r>
              <a:rPr lang="zh-CN" altLang="en-US" sz="120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是归一化相对量，无绝对电阻。</a:t>
            </a:r>
          </a:p>
          <a:p>
            <a:pPr marL="0" indent="0">
              <a:spcBef>
                <a:spcPts val="700"/>
              </a:spcBef>
            </a:pPr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2  扫描路径依赖</a:t>
            </a:r>
          </a:p>
          <a:p>
            <a:pPr marL="0" indent="0"/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   同 |I| 处最大偏差 1.44 % FS，且集中在 dX/dI 最大的中场区 → 标定不重复被陡峭响应放大，故要求恒流源单向调节、不得回调。</a:t>
            </a:r>
          </a:p>
          <a:p>
            <a:pPr marL="0" indent="0">
              <a:spcBef>
                <a:spcPts val="700"/>
              </a:spcBef>
            </a:pPr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3  离散采样的分辨上限</a:t>
            </a:r>
          </a:p>
          <a:p>
            <a:pPr marL="0" indent="0"/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   角位移 3° 一格 → 3° 错位即 45 mV；开关 10 mA 一格 → 阈值 ±5 mA。</a:t>
            </a:r>
          </a:p>
        </p:txBody>
      </p:sp>
      <p:sp>
        <p:nvSpPr>
          <p:cNvPr id="111" name="tx111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四条结论</a:t>
            </a:r>
          </a:p>
        </p:txBody>
      </p:sp>
      <p:sp>
        <p:nvSpPr>
          <p:cNvPr id="112" name="tx112"/>
          <p:cNvSpPr txBox="1"/>
          <p:nvPr/>
        </p:nvSpPr>
        <p:spPr>
          <a:xfrm>
            <a:off x="6296000" y="2240000"/>
            <a:ext cx="5296000" cy="3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①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磁阻曲线呈饱和形，ΔR/R</a:t>
            </a:r>
            <a:r>
              <a:rPr lang="zh-CN" altLang="en-US" sz="13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= 13.93 %，I½ = 31.4 mA；工作点应取低场陡峭区。</a:t>
            </a:r>
          </a:p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②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梯度模式输出周期信号，可直接反推机械参数：T = 24° ⇒ 15 齿，15.22 mV/°。</a:t>
            </a:r>
          </a:p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③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开关与线性是两种取舍：要“有无”用开关（带回差），要“多少”用线性（需比较器与校正）。</a:t>
            </a:r>
          </a:p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④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偏置决定灵敏度：+18 % 灵敏度换 −1 个百分点线性度；全桥差分可同时改善两者。</a:t>
            </a:r>
          </a:p>
        </p:txBody>
      </p:sp>
      <p:sp>
        <p:nvSpPr>
          <p:cNvPr id="113" name="rc113"/>
          <p:cNvSpPr/>
          <p:nvPr/>
        </p:nvSpPr>
        <p:spPr>
          <a:xfrm>
            <a:off x="6296000" y="4410000"/>
            <a:ext cx="5296000" cy="6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4" name="tx114"/>
          <p:cNvSpPr txBox="1"/>
          <p:nvPr/>
        </p:nvSpPr>
        <p:spPr>
          <a:xfrm>
            <a:off x="6496000" y="4580000"/>
            <a:ext cx="4896000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本次数据的边界：缺 B—I 标定曲线，故 13.93 % 是归一化相对量而非绝对电阻；开关阈值受 10 mA 步长限制，不确定度 ±5 mA 大于两侧回差之差 1.90 mA。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7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