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6.6666666665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6.6666666665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6.6666666665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.333333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.333333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.333333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ΔR/R₀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三种用法与本次对应任务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倍进入饱和——工作点必须选在陡峭区。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ΔX/X₀ 归一化求 ΔR/R₀，横标用 I 而非 mT。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3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