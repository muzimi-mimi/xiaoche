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这是一条测试备注。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600000" y="600000"/>
            <a:ext cx="8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测试文本 Test ① ΔR/R</a:t>
            </a:r>
            <a:r>
              <a:rPr lang="zh-CN" altLang="en-US" sz="2400" b="1" baseline="-25000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>
  <dc:title>mini2</dc:title>
  <dc:language>zh-CN</dc:language>
</cp:coreProperties>
</file>