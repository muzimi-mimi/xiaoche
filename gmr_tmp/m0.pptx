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4E79"/>
          </a:solidFill>
          <a:latin typeface="Microsoft YaHei"/>
          <a:ea typeface="微软雅黑"/>
        </a:defRPr>
      </a:lvl1pPr>
    </p:titleStyle>
    <p:bodyStyle>
      <a:lvl1pPr>
        <a:defRPr sz="1800">
          <a:solidFill>
            <a:srgbClr val="262626"/>
          </a:solidFill>
          <a:latin typeface="Microsoft YaHei"/>
          <a:ea typeface="微软雅黑"/>
        </a:defRPr>
      </a:lvl1pPr>
    </p:bodyStyle>
    <p:otherStyle>
      <a:lvl1pPr>
        <a:defRPr sz="1800">
          <a:latin typeface="Microsoft YaHei"/>
          <a:ea typeface="微软雅黑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GMR">
  <a:themeElements>
    <a:clrScheme name="GMR">
      <a:dk1>
        <a:srgbClr val="262626"/>
      </a:dk1>
      <a:lt1>
        <a:srgbClr val="FFFFFF"/>
      </a:lt1>
      <a:dk2>
        <a:srgbClr val="1F4E79"/>
      </a:dk2>
      <a:lt2>
        <a:srgbClr val="F2F5F8"/>
      </a:lt2>
      <a:accent1>
        <a:srgbClr val="1F6FB2"/>
      </a:accent1>
      <a:accent2>
        <a:srgbClr val="C8322B"/>
      </a:accent2>
      <a:accent3>
        <a:srgbClr val="2E8B57"/>
      </a:accent3>
      <a:accent4>
        <a:srgbClr val="7B4EA0"/>
      </a:accent4>
      <a:accent5>
        <a:srgbClr val="D97706"/>
      </a:accent5>
      <a:accent6>
        <a:srgbClr val="666666"/>
      </a:accent6>
      <a:hlink>
        <a:srgbClr val="0563C1"/>
      </a:hlink>
      <a:folHlink>
        <a:srgbClr val="954F72"/>
      </a:folHlink>
    </a:clrScheme>
    <a:fontScheme name="GMR">
      <a:majorFont>
        <a:latin typeface="Microsoft YaHei"/>
        <a:ea typeface="微软雅黑"/>
        <a:cs typeface=""/>
      </a:majorFont>
      <a:minorFont>
        <a:latin typeface="Microsoft YaHei"/>
        <a:ea typeface="微软雅黑"/>
        <a:cs typeface=""/>
      </a:minorFont>
    </a:fontScheme>
    <a:fmtScheme name="GMR">
      <a:fillStyleLst>
        <a:solidFill>
          <a:schemeClr val="phClr"/>
        </a:solidFill>
        <a:solidFill>
          <a:schemeClr val="phClr">
            <a:tint val="75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5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Qoder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mini</dc:title>
  <dc:language>zh-CN</dc:language>
</cp:coreProperties>
</file>