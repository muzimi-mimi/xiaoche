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rc3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rc4"/>
          <p:cNvSpPr/>
          <p:nvPr/>
        </p:nvSpPr>
        <p:spPr>
          <a:xfrm>
            <a:off x="0" y="673800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x5"/>
          <p:cNvSpPr txBox="1"/>
          <p:nvPr/>
        </p:nvSpPr>
        <p:spPr>
          <a:xfrm>
            <a:off x="600000" y="125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52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巨磁阻效应及应用</a:t>
            </a:r>
          </a:p>
        </p:txBody>
      </p:sp>
      <p:sp>
        <p:nvSpPr>
          <p:cNvPr id="6" name="tx6"/>
          <p:cNvSpPr txBox="1"/>
          <p:nvPr/>
        </p:nvSpPr>
        <p:spPr>
          <a:xfrm>
            <a:off x="600000" y="2180000"/>
            <a:ext cx="109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9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GMR 磁阻特性 · 齿轮角位移 · 磁记录与读出 · 两项拓展</a:t>
            </a:r>
          </a:p>
        </p:txBody>
      </p:sp>
      <p:sp>
        <p:nvSpPr>
          <p:cNvPr id="7" name="rc7"/>
          <p:cNvSpPr/>
          <p:nvPr/>
        </p:nvSpPr>
        <p:spPr>
          <a:xfrm>
            <a:off x="600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Qoder</Application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巨磁阻效应及应用 答辩汇报</dc:title>
  <dc:subject>2 分钟汇报</dc:subject>
  <dc:language>zh-CN</dc:language>
  <dcterms:created xsi:type="dcterms:W3CDTF">2026-10-23T00:00:00Z</dcterms:created>
</cp:coreProperties>
</file>