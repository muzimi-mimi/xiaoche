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  <p:sp>
        <p:nvSpPr>
          <p:cNvPr id="6" name="tx6"/>
          <p:cNvSpPr txBox="1"/>
          <p:nvPr/>
        </p:nvSpPr>
        <p:spPr>
          <a:xfrm>
            <a:off x="600000" y="218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9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GMR 磁阻特性 · 齿轮角位移 · 磁记录与读出 · 两项拓展</a:t>
            </a:r>
          </a:p>
        </p:txBody>
      </p:sp>
      <p:sp>
        <p:nvSpPr>
          <p:cNvPr id="7" name="rc7"/>
          <p:cNvSpPr/>
          <p:nvPr/>
        </p:nvSpPr>
        <p:spPr>
          <a:xfrm>
            <a:off x="600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" name="tx8"/>
          <p:cNvSpPr txBox="1"/>
          <p:nvPr/>
        </p:nvSpPr>
        <p:spPr>
          <a:xfrm>
            <a:off x="750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① 磁阻特性</a:t>
            </a:r>
          </a:p>
        </p:txBody>
      </p:sp>
      <p:sp>
        <p:nvSpPr>
          <p:cNvPr id="9" name="tx9"/>
          <p:cNvSpPr txBox="1"/>
          <p:nvPr/>
        </p:nvSpPr>
        <p:spPr>
          <a:xfrm>
            <a:off x="720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ΔR/R₀ = 13.93 %</a:t>
            </a:r>
          </a:p>
        </p:txBody>
      </p:sp>
      <p:sp>
        <p:nvSpPr>
          <p:cNvPr id="10" name="rc10"/>
          <p:cNvSpPr/>
          <p:nvPr/>
        </p:nvSpPr>
        <p:spPr>
          <a:xfrm>
            <a:off x="3430667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tx11"/>
          <p:cNvSpPr txBox="1"/>
          <p:nvPr/>
        </p:nvSpPr>
        <p:spPr>
          <a:xfrm>
            <a:off x="3580667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② 角位移</a:t>
            </a:r>
          </a:p>
        </p:txBody>
      </p:sp>
      <p:sp>
        <p:nvSpPr>
          <p:cNvPr id="12" name="tx12"/>
          <p:cNvSpPr txBox="1"/>
          <p:nvPr/>
        </p:nvSpPr>
        <p:spPr>
          <a:xfrm>
            <a:off x="3550667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T = 24° → 15 齿</a:t>
            </a:r>
          </a:p>
        </p:txBody>
      </p:sp>
      <p:sp>
        <p:nvSpPr>
          <p:cNvPr id="13" name="rc13"/>
          <p:cNvSpPr/>
          <p:nvPr/>
        </p:nvSpPr>
        <p:spPr>
          <a:xfrm>
            <a:off x="6261333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tx14"/>
          <p:cNvSpPr txBox="1"/>
          <p:nvPr/>
        </p:nvSpPr>
        <p:spPr>
          <a:xfrm>
            <a:off x="6411333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③ 磁记录</a:t>
            </a:r>
          </a:p>
        </p:txBody>
      </p:sp>
      <p:sp>
        <p:nvSpPr>
          <p:cNvPr id="15" name="tx15"/>
          <p:cNvSpPr txBox="1"/>
          <p:nvPr/>
        </p:nvSpPr>
        <p:spPr>
          <a:xfrm>
            <a:off x="6381333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8 位全对</a:t>
            </a:r>
          </a:p>
        </p:txBody>
      </p:sp>
      <p:sp>
        <p:nvSpPr>
          <p:cNvPr id="16" name="rc16"/>
          <p:cNvSpPr/>
          <p:nvPr/>
        </p:nvSpPr>
        <p:spPr>
          <a:xfrm>
            <a:off x="9092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tx17"/>
          <p:cNvSpPr txBox="1"/>
          <p:nvPr/>
        </p:nvSpPr>
        <p:spPr>
          <a:xfrm>
            <a:off x="9242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④ 拓展（三选二）</a:t>
            </a:r>
          </a:p>
        </p:txBody>
      </p:sp>
      <p:sp>
        <p:nvSpPr>
          <p:cNvPr id="18" name="tx18"/>
          <p:cNvSpPr txBox="1"/>
          <p:nvPr/>
        </p:nvSpPr>
        <p:spPr>
          <a:xfrm>
            <a:off x="9212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测电流 + 开关</a:t>
            </a:r>
          </a:p>
        </p:txBody>
      </p:sp>
      <p:sp>
        <p:nvSpPr>
          <p:cNvPr id="19" name="tx19"/>
          <p:cNvSpPr txBox="1"/>
          <p:nvPr/>
        </p:nvSpPr>
        <p:spPr>
          <a:xfrm>
            <a:off x="600000" y="450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姓名：              学号：              同组人：</a:t>
            </a:r>
          </a:p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实验日期：2026 年    月    日          指导教师：</a:t>
            </a:r>
          </a:p>
        </p:txBody>
      </p:sp>
      <p:sp>
        <p:nvSpPr>
          <p:cNvPr id="20" name="tx20"/>
          <p:cNvSpPr txBox="1"/>
          <p:nvPr/>
        </p:nvSpPr>
        <p:spPr>
          <a:xfrm>
            <a:off x="600000" y="5850000"/>
            <a:ext cx="109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汇报时长 2 分钟 · 共 7 页 · 成员互评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