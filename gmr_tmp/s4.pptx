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Relationship Id="rId7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6.6666666665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6.6666666665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6.6666666665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.333333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.333333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.333333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21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x22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原理：自旋相关散射 → 电阻随磁化取向改变</a:t>
            </a:r>
          </a:p>
        </p:txBody>
      </p:sp>
      <p:sp>
        <p:nvSpPr>
          <p:cNvPr id="23" name="tx23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2 / 7</a:t>
            </a:r>
          </a:p>
        </p:txBody>
      </p:sp>
      <p:sp>
        <p:nvSpPr>
          <p:cNvPr id="24" name="rc24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x25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把“磁化相对取向”转成“电阻变化”，因此既能测弱磁场，也能测位置与电流。</a:t>
            </a:r>
          </a:p>
        </p:txBody>
      </p:sp>
      <p:sp>
        <p:nvSpPr>
          <p:cNvPr id="26" name="tx26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机理</a:t>
            </a:r>
          </a:p>
        </p:txBody>
      </p:sp>
      <p:sp>
        <p:nvSpPr>
          <p:cNvPr id="27" name="tx27"/>
          <p:cNvSpPr txBox="1"/>
          <p:nvPr/>
        </p:nvSpPr>
        <p:spPr>
          <a:xfrm>
            <a:off x="600000" y="2240000"/>
            <a:ext cx="5296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1988 年 Baibich 在 Fe/Cr 多层膜中发现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铁磁层中 3d 电子被自旋极化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∥ 磁化 → 散射弱、自由程长（低阻通道）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⊥ 磁化 → 散射强（高阻通道）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磁化平行＝低阻，反平行＝高阻；外场驱动转向</a:t>
            </a:r>
          </a:p>
          <a:p>
            <a:pPr marL="0" indent="0"/>
            <a:r>
              <a:rPr lang="zh-CN" altLang="en-US" sz="14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对比：AMR 仅 2~5 %，GMR 达百分之几十</a:t>
            </a:r>
          </a:p>
        </p:txBody>
      </p:sp>
      <p:sp>
        <p:nvSpPr>
          <p:cNvPr id="28" name="rc28"/>
          <p:cNvSpPr/>
          <p:nvPr/>
        </p:nvSpPr>
        <p:spPr>
          <a:xfrm>
            <a:off x="600000" y="49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tx29"/>
          <p:cNvSpPr txBox="1"/>
          <p:nvPr/>
        </p:nvSpPr>
        <p:spPr>
          <a:xfrm>
            <a:off x="800000" y="5080000"/>
            <a:ext cx="4896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ΔR/R₀ = [R(B) − R(0)] / R(0) × 100 %</a:t>
            </a:r>
          </a:p>
        </p:txBody>
      </p:sp>
      <p:sp>
        <p:nvSpPr>
          <p:cNvPr id="30" name="tx30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三种用法与本次对应任务</a:t>
            </a:r>
          </a:p>
        </p:txBody>
      </p:sp>
      <p:sp>
        <p:nvSpPr>
          <p:cNvPr id="31" name="rc31"/>
          <p:cNvSpPr/>
          <p:nvPr/>
        </p:nvSpPr>
        <p:spPr>
          <a:xfrm>
            <a:off x="6296000" y="22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2" name="rc32"/>
          <p:cNvSpPr/>
          <p:nvPr/>
        </p:nvSpPr>
        <p:spPr>
          <a:xfrm>
            <a:off x="6296000" y="2240000"/>
            <a:ext cx="70000" cy="7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x33"/>
          <p:cNvSpPr txBox="1"/>
          <p:nvPr/>
        </p:nvSpPr>
        <p:spPr>
          <a:xfrm>
            <a:off x="6496000" y="23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梯度（差分）模式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6496000" y="26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两元件电阻反向变化，抑制均匀杂散场   →   任务② 齿轮角位移</a:t>
            </a:r>
          </a:p>
        </p:txBody>
      </p:sp>
      <p:sp>
        <p:nvSpPr>
          <p:cNvPr id="35" name="rc35"/>
          <p:cNvSpPr/>
          <p:nvPr/>
        </p:nvSpPr>
        <p:spPr>
          <a:xfrm>
            <a:off x="6296000" y="30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6" name="rc36"/>
          <p:cNvSpPr/>
          <p:nvPr/>
        </p:nvSpPr>
        <p:spPr>
          <a:xfrm>
            <a:off x="6296000" y="3040000"/>
            <a:ext cx="70000" cy="700000"/>
          </a:xfrm>
          <a:prstGeom prst="rect">
            <a:avLst/>
          </a:prstGeom>
          <a:solidFill>
            <a:srgbClr val="7B4EA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x37"/>
          <p:cNvSpPr txBox="1"/>
          <p:nvPr/>
        </p:nvSpPr>
        <p:spPr>
          <a:xfrm>
            <a:off x="6496000" y="31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开关模式</a:t>
            </a:r>
          </a:p>
        </p:txBody>
      </p:sp>
      <p:sp>
        <p:nvSpPr>
          <p:cNvPr id="38" name="tx38"/>
          <p:cNvSpPr txBox="1"/>
          <p:nvPr/>
        </p:nvSpPr>
        <p:spPr>
          <a:xfrm>
            <a:off x="6496000" y="34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内置迟滞，输出仅高/低电平，抗抖动   →   拓展② 磁电转换特性</a:t>
            </a:r>
          </a:p>
        </p:txBody>
      </p:sp>
      <p:sp>
        <p:nvSpPr>
          <p:cNvPr id="39" name="rc39"/>
          <p:cNvSpPr/>
          <p:nvPr/>
        </p:nvSpPr>
        <p:spPr>
          <a:xfrm>
            <a:off x="6296000" y="38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rc40"/>
          <p:cNvSpPr/>
          <p:nvPr/>
        </p:nvSpPr>
        <p:spPr>
          <a:xfrm>
            <a:off x="6296000" y="3840000"/>
            <a:ext cx="70000" cy="7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tx41"/>
          <p:cNvSpPr txBox="1"/>
          <p:nvPr/>
        </p:nvSpPr>
        <p:spPr>
          <a:xfrm>
            <a:off x="6496000" y="39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磁记录与读出</a:t>
            </a:r>
          </a:p>
        </p:txBody>
      </p:sp>
      <p:sp>
        <p:nvSpPr>
          <p:cNvPr id="42" name="tx42"/>
          <p:cNvSpPr txBox="1"/>
          <p:nvPr/>
        </p:nvSpPr>
        <p:spPr>
          <a:xfrm>
            <a:off x="6496000" y="42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读头感应磁卡局部杂散场 → 电平   →   任务③ 8 位写入读出</a:t>
            </a:r>
          </a:p>
        </p:txBody>
      </p:sp>
      <p:sp>
        <p:nvSpPr>
          <p:cNvPr id="43" name="rc43"/>
          <p:cNvSpPr/>
          <p:nvPr/>
        </p:nvSpPr>
        <p:spPr>
          <a:xfrm>
            <a:off x="6296000" y="46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4" name="rc44"/>
          <p:cNvSpPr/>
          <p:nvPr/>
        </p:nvSpPr>
        <p:spPr>
          <a:xfrm>
            <a:off x="6296000" y="4640000"/>
            <a:ext cx="70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tx45"/>
          <p:cNvSpPr txBox="1"/>
          <p:nvPr/>
        </p:nvSpPr>
        <p:spPr>
          <a:xfrm>
            <a:off x="6496000" y="47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模拟线性输出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6496000" y="50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偏置磁场决定灵敏度与线性度   →   拓展① 测量电流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c47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tx48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任务① GMR 磁阻特性：13.93 % 饱和，31 mA 半饱和</a:t>
            </a:r>
          </a:p>
        </p:txBody>
      </p:sp>
      <p:sp>
        <p:nvSpPr>
          <p:cNvPr id="49" name="tx49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3 / 7</a:t>
            </a:r>
          </a:p>
        </p:txBody>
      </p:sp>
      <p:sp>
        <p:nvSpPr>
          <p:cNvPr id="50" name="rc50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1" name="tx51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曲线低场陡峭、70 mA 后斜率降约 35 倍进入饱和——工作点必须选在陡峭区。</a:t>
            </a:r>
          </a:p>
        </p:txBody>
      </p:sp>
      <p:pic>
        <p:nvPicPr>
          <p:cNvPr id="52" name="pg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53" name="rc53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4" name="tx54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最大相对磁阻变化率（+100 mA）</a:t>
            </a:r>
          </a:p>
        </p:txBody>
      </p:sp>
      <p:sp>
        <p:nvSpPr>
          <p:cNvPr id="56" name="rc56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7" name="tx57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I½ ≈ 31.4 mA</a:t>
            </a:r>
          </a:p>
        </p:txBody>
      </p:sp>
      <p:sp>
        <p:nvSpPr>
          <p:cNvPr id="58" name="tx58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半饱和励磁电流</a:t>
            </a:r>
          </a:p>
        </p:txBody>
      </p:sp>
      <p:sp>
        <p:nvSpPr>
          <p:cNvPr id="59" name="rc59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0" name="tx60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1.44 % FS</a:t>
            </a:r>
          </a:p>
        </p:txBody>
      </p:sp>
      <p:sp>
        <p:nvSpPr>
          <p:cNvPr id="61" name="tx61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下降/上升段最大偏差（@50 mA）</a:t>
            </a:r>
          </a:p>
        </p:txBody>
      </p:sp>
      <p:sp>
        <p:nvSpPr>
          <p:cNvPr id="62" name="tx62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数据处理：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表中 B、U、R 三列未填，仅 E 列有值；该读数随 |I| 单调增大，与 R 同向，故按 ΔX/X₀ 归一化求 ΔR/R₀，横标用 I 而非 mT。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c63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" name="tx64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任务② 齿轮角位移：周期 24° ⇒ 15 齿</a:t>
            </a:r>
          </a:p>
        </p:txBody>
      </p:sp>
      <p:sp>
        <p:nvSpPr>
          <p:cNvPr id="65" name="tx65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4 / 7</a:t>
            </a:r>
          </a:p>
        </p:txBody>
      </p:sp>
      <p:sp>
        <p:nvSpPr>
          <p:cNvPr id="66" name="rc66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7" name="tx67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周期由四个极值位置定出，不依赖拟合；剔掉 2 个坏点后 R² = 0.977。</a:t>
            </a:r>
          </a:p>
        </p:txBody>
      </p:sp>
      <p:pic>
        <p:nvPicPr>
          <p:cNvPr id="68" name="pg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69" name="rc69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0" name="tx70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T = 24° → N = 15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极值 6/18/30/42°，间隔恒 12°</a:t>
            </a:r>
          </a:p>
        </p:txBody>
      </p:sp>
      <p:sp>
        <p:nvSpPr>
          <p:cNvPr id="72" name="rc72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3" name="tx73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15.22 mV/°</a:t>
            </a:r>
          </a:p>
        </p:txBody>
      </p:sp>
      <p:sp>
        <p:nvSpPr>
          <p:cNvPr id="74" name="tx74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过零灵敏度，线性区 ±2.58°</a:t>
            </a:r>
          </a:p>
        </p:txBody>
      </p:sp>
      <p:sp>
        <p:nvSpPr>
          <p:cNvPr id="75" name="rc75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6" name="tx76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0.40°</a:t>
            </a:r>
          </a:p>
        </p:txBody>
      </p:sp>
      <p:sp>
        <p:nvSpPr>
          <p:cNvPr id="77" name="tx77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实际角分辨率（受残差限制）</a:t>
            </a:r>
          </a:p>
        </p:txBody>
      </p:sp>
      <p:sp>
        <p:nvSpPr>
          <p:cNvPr id="78" name="tx78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两个坏点：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θ = 27°、45° 实测均≈0，模型预测 +39.1 / −43.1 mV；实测值恰落在模型过零差 3° 处 → 判为齿数错一格，建议复测。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4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