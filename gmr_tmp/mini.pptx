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600000" y="600000"/>
            <a:ext cx="8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测试文本 Test ① ΔR/R₀</a:t>
            </a:r>
          </a:p>
        </p:txBody>
      </p:sp>
      <p:sp>
        <p:nvSpPr>
          <p:cNvPr id="3" name="rc3"/>
          <p:cNvSpPr/>
          <p:nvPr/>
        </p:nvSpPr>
        <p:spPr>
          <a:xfrm>
            <a:off x="600000" y="1600000"/>
            <a:ext cx="4000000" cy="80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pic>
        <p:nvPicPr>
          <p:cNvPr id="4" name="p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2800000"/>
            <a:ext cx="4000000" cy="2590000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Qoder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</dc:title>
  <dc:language>zh-CN</dc:language>
</cp:coreProperties>
</file>